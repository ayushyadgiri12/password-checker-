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256032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Checker (C++)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Ayush Prakash Yadgiri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150096725098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143  |  B.Tech CSE 2025–29  |  C++ Semester II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6576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80000"/>
              </a:lnSpc>
              <a:buNone/>
            </a:pPr>
            <a:r>
              <a:rPr lang="en-US" sz="20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8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pPr indent="0" marL="0">
              <a:lnSpc>
                <a:spcPct val="1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80000"/>
              </a:lnSpc>
              <a:buNone/>
            </a:pPr>
            <a:r>
              <a:rPr lang="en-US" sz="20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8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</a:t>
            </a:r>
            <a:pPr indent="0" marL="0">
              <a:lnSpc>
                <a:spcPct val="1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80000"/>
              </a:lnSpc>
              <a:buNone/>
            </a:pPr>
            <a:r>
              <a:rPr lang="en-US" sz="20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8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(Method / Design)</a:t>
            </a:r>
            <a:pPr indent="0" marL="0">
              <a:lnSpc>
                <a:spcPct val="1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80000"/>
              </a:lnSpc>
              <a:buNone/>
            </a:pPr>
            <a:r>
              <a:rPr lang="en-US" sz="20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8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Snapshots</a:t>
            </a:r>
            <a:pPr indent="0" marL="0">
              <a:lnSpc>
                <a:spcPct val="1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80000"/>
              </a:lnSpc>
              <a:buNone/>
            </a:pPr>
            <a:r>
              <a:rPr lang="en-US" sz="20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lnSpc>
                <a:spcPct val="18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389120"/>
            <a:ext cx="182880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146304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Passwords protect accounts, data &amp; systems.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 pick weak passwords like '123456'.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Weak passwords cause data breaches.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automated enforcement = security risk.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1005840"/>
            <a:ext cx="36576" cy="374904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46304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a C++ program to check password strength.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Evaluate 5 rules: length, uppercase, lowercase, digit, special character.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Score 0–5 → label: Weak / Moderate / Strong / Very Strong.
</a:t>
            </a:r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Give per-rule [+]/[-] feedback to the user.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389120"/>
            <a:ext cx="182880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&amp; 3.  Your Solution &amp; Working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192024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896112"/>
            <a:ext cx="822960" cy="822960"/>
          </a:xfrm>
          <a:prstGeom prst="ellipse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961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shown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2103120"/>
            <a:ext cx="256032" cy="64008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1024128"/>
            <a:ext cx="192024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9232" y="896112"/>
            <a:ext cx="822960" cy="822960"/>
          </a:xfrm>
          <a:prstGeom prst="ellipse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8961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50592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146304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rules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70832" y="2103120"/>
            <a:ext cx="256032" cy="64008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024128"/>
            <a:ext cx="192024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5504" y="896112"/>
            <a:ext cx="822960" cy="822960"/>
          </a:xfrm>
          <a:prstGeom prst="ellipse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8961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26864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146304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= +1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(max: 5)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47104" y="2103120"/>
            <a:ext cx="256032" cy="64008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1024128"/>
            <a:ext cx="192024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51776" y="896112"/>
            <a:ext cx="822960" cy="822960"/>
          </a:xfrm>
          <a:prstGeom prst="ellipse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51776" y="89611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03136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4576" y="1463040"/>
            <a:ext cx="1737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[+]/[-] per rule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Strength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Password Rules: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3822192"/>
            <a:ext cx="1463040" cy="96012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840480"/>
            <a:ext cx="146304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 chars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(Length)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938528" y="3822192"/>
            <a:ext cx="1463040" cy="96012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38528" y="3840480"/>
            <a:ext cx="146304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(A–Z)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02736" y="3822192"/>
            <a:ext cx="1463040" cy="96012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3840480"/>
            <a:ext cx="146304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(a–z)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66944" y="3822192"/>
            <a:ext cx="1463040" cy="96012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944" y="3840480"/>
            <a:ext cx="146304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(0–9)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31152" y="3822192"/>
            <a:ext cx="1463040" cy="96012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3840480"/>
            <a:ext cx="146304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(@#$!)</a:t>
            </a:r>
            <a:endParaRPr lang="en-US" sz="12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"/>
            <a:ext cx="173736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Implementation &amp; Snapshots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389120" cy="3794760"/>
          </a:xfrm>
          <a:prstGeom prst="rect">
            <a:avLst/>
          </a:prstGeom>
          <a:solidFill>
            <a:srgbClr val="1E1E1E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checkStrength() — Core Logic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2062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checkStrength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 pwd) {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0;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hasUpper, hasLower,
       hasDigit, hasSymbol;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(pwd.length()&gt;=8) score++;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(char c : pwd) {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(isupper(c))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hasUpper=true;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(isdigit(c))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hasDigit=true;
</a:t>
            </a:r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
  }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(score&lt;=2) return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"Weak"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"Very Strong"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92040" y="1005840"/>
            <a:ext cx="3977640" cy="3794760"/>
          </a:xfrm>
          <a:prstGeom prst="rect">
            <a:avLst/>
          </a:prstGeom>
          <a:solidFill>
            <a:srgbClr val="F5F5F5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005840"/>
            <a:ext cx="3977640" cy="384048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0058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481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MyP@ss9!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810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Length &gt;= 8 characters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83480" y="2084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Contains uppercase letter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23591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Contains lowercase letter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83480" y="26334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Contains digit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2907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[+] Contains special character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3200400"/>
            <a:ext cx="384048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21868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Strength: Very Strong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3657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hello  →  Strength: Weak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977640"/>
            <a:ext cx="3840480" cy="329184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9959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Strength: Weak</a:t>
            </a:r>
            <a:endParaRPr lang="en-US" sz="12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389120"/>
            <a:ext cx="1828800" cy="5760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independently checks 5 criteria → fair, granular results.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cctype functions (isupper, islower, isdigit, ispunct) simplify character checks.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Per-rule [+]/[-] feedback tells users exactly what their password is missing.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menu loop keeps the program interactive and handles invalid input gracefully.
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— showAnalysis() and checkStrength() — keeps code clean and reusable.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767328"/>
            <a:ext cx="83210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 study demonstrates a complete Password Strength Checker in C++ — applying string handling, boolean logic, scoring, and menu-driven interaction to solve a real-world cybersecurity problem.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28600"/>
            <a:ext cx="2560320" cy="8046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Prakash Yadgiri  |  150096725098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143 — Password Strength Checker (C++)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Future Tech  |  ITM Skills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Strength Checker (C++)</dc:title>
  <dc:subject>PptxGenJS Presentation</dc:subject>
  <dc:creator>PptxGenJS</dc:creator>
  <cp:lastModifiedBy>PptxGenJS</cp:lastModifiedBy>
  <cp:revision>1</cp:revision>
  <dcterms:created xsi:type="dcterms:W3CDTF">2026-03-11T11:32:40Z</dcterms:created>
  <dcterms:modified xsi:type="dcterms:W3CDTF">2026-03-11T11:32:40Z</dcterms:modified>
</cp:coreProperties>
</file>